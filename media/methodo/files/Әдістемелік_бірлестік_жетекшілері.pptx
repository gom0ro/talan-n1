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9"/>
  </p:notesMasterIdLst>
  <p:sldIdLst>
    <p:sldId id="464" r:id="rId2"/>
    <p:sldId id="467" r:id="rId3"/>
    <p:sldId id="468" r:id="rId4"/>
    <p:sldId id="469" r:id="rId5"/>
    <p:sldId id="463" r:id="rId6"/>
    <p:sldId id="450" r:id="rId7"/>
    <p:sldId id="466" r:id="rId8"/>
  </p:sldIdLst>
  <p:sldSz cx="12385675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DA"/>
    <a:srgbClr val="46A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456" y="-12"/>
      </p:cViewPr>
      <p:guideLst>
        <p:guide orient="horz" pos="2160"/>
        <p:guide pos="39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C56F3-7764-4CB0-8D73-A2336F4AD0E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205FD-43BE-46C8-8ECA-CC1D226589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201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6720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1525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6720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12385675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385675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12385675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12385675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6276" y="5052546"/>
            <a:ext cx="7635408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7425" y="3132290"/>
            <a:ext cx="9719113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48209" y="731520"/>
            <a:ext cx="8669973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12385675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385675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12385675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385675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3991" y="2172648"/>
            <a:ext cx="8081932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9420" y="4607511"/>
            <a:ext cx="8087117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548208" y="731519"/>
            <a:ext cx="4533157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291923" y="731520"/>
            <a:ext cx="4533157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8209" y="731520"/>
            <a:ext cx="4533157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6424" y="1400327"/>
            <a:ext cx="4533157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835" y="731520"/>
            <a:ext cx="4533157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751" y="1399032"/>
            <a:ext cx="4533157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566" y="2209801"/>
            <a:ext cx="4925128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1981" y="731520"/>
            <a:ext cx="5441197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7139" y="3497802"/>
            <a:ext cx="4589987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12385675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385675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12385675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12385675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61687" y="1143000"/>
            <a:ext cx="5573554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89110" y="1010486"/>
            <a:ext cx="5003729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095" y="4464421"/>
            <a:ext cx="8646591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0349" y="731519"/>
            <a:ext cx="8669973" cy="347472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62781" y="376518"/>
            <a:ext cx="2786777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2558" y="731520"/>
            <a:ext cx="6541336" cy="489472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5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12385675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385675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12385675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385675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29035" y="4372168"/>
            <a:ext cx="8821287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8209" y="732260"/>
            <a:ext cx="8669973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60330" y="6172201"/>
            <a:ext cx="3406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9283" y="6172201"/>
            <a:ext cx="4541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0698" y="6172201"/>
            <a:ext cx="24771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094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75;p5"/>
          <p:cNvSpPr txBox="1"/>
          <p:nvPr/>
        </p:nvSpPr>
        <p:spPr>
          <a:xfrm>
            <a:off x="1440493" y="210176"/>
            <a:ext cx="9856571" cy="6462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spcAft>
                <a:spcPts val="0"/>
              </a:spcAft>
            </a:pPr>
            <a:r>
              <a:rPr lang="kk-KZ" b="1" dirty="0">
                <a:solidFill>
                  <a:srgbClr val="FF0000"/>
                </a:solidFill>
                <a:latin typeface="Times New Roman"/>
                <a:ea typeface="Times New Roman"/>
              </a:rPr>
              <a:t>«№1 Talant» жалпы білім беру мектебінің </a:t>
            </a:r>
            <a:r>
              <a:rPr lang="kk-KZ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                                                                                                   ӘДІСТЕМЕЛІК БІРЛЕСТІКТЕР ҚҰРЫЛЫМЫ </a:t>
            </a:r>
            <a:endParaRPr lang="ru-RU" sz="1600" dirty="0">
              <a:solidFill>
                <a:srgbClr val="FF0000"/>
              </a:solidFill>
              <a:effectLst/>
              <a:latin typeface="Times New Roman"/>
              <a:ea typeface="Times New Roman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701627" y="3303940"/>
            <a:ext cx="44194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xmlns="" id="{AAD9A067-AE7B-4149-B4E9-239D1E6970B7}"/>
              </a:ext>
            </a:extLst>
          </p:cNvPr>
          <p:cNvGrpSpPr/>
          <p:nvPr/>
        </p:nvGrpSpPr>
        <p:grpSpPr>
          <a:xfrm>
            <a:off x="63335" y="1195037"/>
            <a:ext cx="7276584" cy="5371839"/>
            <a:chOff x="2344843" y="2855376"/>
            <a:chExt cx="5838825" cy="5029200"/>
          </a:xfrm>
          <a:solidFill>
            <a:schemeClr val="accent4"/>
          </a:solidFill>
        </p:grpSpPr>
        <p:pic>
          <p:nvPicPr>
            <p:cNvPr id="9" name="Picture 2" descr="Что мне необходимо сделать для преобразования моей школы?">
              <a:extLst>
                <a:ext uri="{FF2B5EF4-FFF2-40B4-BE49-F238E27FC236}">
                  <a16:creationId xmlns:a16="http://schemas.microsoft.com/office/drawing/2014/main" xmlns="" id="{4B8F52A6-F9EB-4184-AA41-8EE7FB533F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4843" y="2855376"/>
              <a:ext cx="5838825" cy="5029200"/>
            </a:xfrm>
            <a:prstGeom prst="rect">
              <a:avLst/>
            </a:prstGeom>
            <a:ex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37C674C1-B5A0-4758-9AD4-BF08AFDF3351}"/>
                </a:ext>
              </a:extLst>
            </p:cNvPr>
            <p:cNvSpPr/>
            <p:nvPr/>
          </p:nvSpPr>
          <p:spPr>
            <a:xfrm>
              <a:off x="5164279" y="3469146"/>
              <a:ext cx="2912744" cy="40640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k-KZ" sz="16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Бастауыш сынып мұғалімдеріні бірлестігі</a:t>
              </a:r>
              <a:endPara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xmlns="" id="{4EA5F2C1-B99B-44CC-8B82-7B8E6B53CA4F}"/>
                </a:ext>
              </a:extLst>
            </p:cNvPr>
            <p:cNvSpPr/>
            <p:nvPr/>
          </p:nvSpPr>
          <p:spPr>
            <a:xfrm>
              <a:off x="5106671" y="4124665"/>
              <a:ext cx="2912745" cy="40640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k-KZ" sz="16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Қазақ тілі мен әдебиет пәндері </a:t>
              </a:r>
              <a:r>
                <a:rPr lang="kk-KZ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бірлестігі</a:t>
              </a:r>
              <a:r>
                <a:rPr lang="kk-KZ" sz="16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24EE81AD-C958-4297-A7F7-C955F6D1CFA9}"/>
                </a:ext>
              </a:extLst>
            </p:cNvPr>
            <p:cNvSpPr/>
            <p:nvPr/>
          </p:nvSpPr>
          <p:spPr>
            <a:xfrm>
              <a:off x="5106671" y="4840347"/>
              <a:ext cx="2912745" cy="418807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k-KZ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Орыс тілі мен әдебиеті және ағылшын тілі  </a:t>
              </a:r>
              <a:r>
                <a:rPr lang="kk-KZ" sz="16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пәндерінің бірлестігі </a:t>
              </a:r>
              <a:endPara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xmlns="" id="{E2AA15E8-8692-4A32-A3C1-517F1170EFAB}"/>
                </a:ext>
              </a:extLst>
            </p:cNvPr>
            <p:cNvSpPr/>
            <p:nvPr/>
          </p:nvSpPr>
          <p:spPr>
            <a:xfrm>
              <a:off x="5106673" y="5421882"/>
              <a:ext cx="2912744" cy="40640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k-KZ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Математика </a:t>
              </a:r>
              <a:r>
                <a:rPr lang="kk-KZ" sz="16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информатика және </a:t>
              </a:r>
              <a:r>
                <a:rPr lang="kk-KZ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физика бірлемстігі </a:t>
              </a:r>
              <a:endPara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xmlns="" id="{129B087C-1BE2-4492-90CE-1C507C13C4F3}"/>
                </a:ext>
              </a:extLst>
            </p:cNvPr>
            <p:cNvSpPr/>
            <p:nvPr/>
          </p:nvSpPr>
          <p:spPr>
            <a:xfrm>
              <a:off x="5072909" y="6795875"/>
              <a:ext cx="2912745" cy="40640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k-KZ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Спорт пәні бірлестігі </a:t>
              </a:r>
              <a:endPara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61730767-25C1-4EEF-8936-C60A9235DE9B}"/>
              </a:ext>
            </a:extLst>
          </p:cNvPr>
          <p:cNvSpPr/>
          <p:nvPr/>
        </p:nvSpPr>
        <p:spPr>
          <a:xfrm>
            <a:off x="4682043" y="1643070"/>
            <a:ext cx="18556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cap="all" dirty="0">
              <a:solidFill>
                <a:srgbClr val="002060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xmlns="" id="{83D14B90-304F-4A80-BA12-DF32D6C6BBFE}"/>
              </a:ext>
            </a:extLst>
          </p:cNvPr>
          <p:cNvSpPr/>
          <p:nvPr/>
        </p:nvSpPr>
        <p:spPr>
          <a:xfrm>
            <a:off x="4632619" y="2348148"/>
            <a:ext cx="2193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cap="all" dirty="0">
              <a:solidFill>
                <a:srgbClr val="002060"/>
              </a:solidFill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7811786" y="1250418"/>
            <a:ext cx="4312225" cy="50260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25496" y="1669180"/>
            <a:ext cx="3471568" cy="681430"/>
          </a:xfrm>
          <a:prstGeom prst="roundRect">
            <a:avLst>
              <a:gd name="adj" fmla="val 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Сағынбекова Гулнара</a:t>
            </a:r>
            <a:endParaRPr lang="ru-RU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Скругленный прямоугольник 34"/>
          <p:cNvSpPr/>
          <p:nvPr/>
        </p:nvSpPr>
        <p:spPr>
          <a:xfrm>
            <a:off x="7459556" y="2532815"/>
            <a:ext cx="3471567" cy="51916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Сопбек </a:t>
            </a:r>
            <a:r>
              <a:rPr lang="kk-KZ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Арайлым</a:t>
            </a:r>
            <a:endParaRPr lang="ru-RU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8346257" y="3263023"/>
            <a:ext cx="3471567" cy="45116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Жанкеева Жазира</a:t>
            </a:r>
            <a:endParaRPr lang="ru-RU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7459556" y="3927858"/>
            <a:ext cx="3471567" cy="45116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Шайзақ Гулжанар</a:t>
            </a:r>
            <a:endParaRPr lang="ru-RU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Скругленный прямоугольник 37"/>
          <p:cNvSpPr/>
          <p:nvPr/>
        </p:nvSpPr>
        <p:spPr>
          <a:xfrm>
            <a:off x="8430705" y="4559538"/>
            <a:ext cx="3471567" cy="45116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Токмагамбетова Аяулым</a:t>
            </a:r>
            <a:endParaRPr lang="ru-RU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7459557" y="5210801"/>
            <a:ext cx="3352707" cy="53156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Насрадинова Мөлдір</a:t>
            </a:r>
            <a:endParaRPr lang="ru-RU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xmlns="" id="{129B087C-1BE2-4492-90CE-1C507C13C4F3}"/>
              </a:ext>
            </a:extLst>
          </p:cNvPr>
          <p:cNvSpPr/>
          <p:nvPr/>
        </p:nvSpPr>
        <p:spPr>
          <a:xfrm>
            <a:off x="3463164" y="4716855"/>
            <a:ext cx="3743850" cy="43780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Химия-биология пәні мұғалімдерінің бірлестігі 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3317347" y="5975042"/>
            <a:ext cx="4005769" cy="45116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Көркем және өнер пәні мұғалімдерінің бірлестігі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8648088" y="5824600"/>
            <a:ext cx="3352706" cy="53156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Расул Ораз</a:t>
            </a:r>
            <a:endParaRPr lang="ru-RU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Соединительная линия уступом 5"/>
          <p:cNvCxnSpPr/>
          <p:nvPr/>
        </p:nvCxnSpPr>
        <p:spPr>
          <a:xfrm>
            <a:off x="7339919" y="3538914"/>
            <a:ext cx="612205" cy="22454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ная линия уступом 29"/>
          <p:cNvCxnSpPr/>
          <p:nvPr/>
        </p:nvCxnSpPr>
        <p:spPr>
          <a:xfrm>
            <a:off x="7475516" y="1980136"/>
            <a:ext cx="502379" cy="364319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Соединительная линия уступом 39"/>
          <p:cNvCxnSpPr/>
          <p:nvPr/>
        </p:nvCxnSpPr>
        <p:spPr>
          <a:xfrm>
            <a:off x="7323116" y="4823484"/>
            <a:ext cx="612205" cy="22454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оединительная линия уступом 40"/>
          <p:cNvCxnSpPr/>
          <p:nvPr/>
        </p:nvCxnSpPr>
        <p:spPr>
          <a:xfrm>
            <a:off x="7420602" y="6090381"/>
            <a:ext cx="612205" cy="22454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61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1DFAFED-7685-483D-BB3D-3688CA430C7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615597F-06F5-A8C0-3D6A-3867E990C200}"/>
              </a:ext>
            </a:extLst>
          </p:cNvPr>
          <p:cNvSpPr/>
          <p:nvPr/>
        </p:nvSpPr>
        <p:spPr>
          <a:xfrm>
            <a:off x="494620" y="1013668"/>
            <a:ext cx="1815827" cy="9028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Кәсіби</a:t>
            </a:r>
            <a:r>
              <a:rPr lang="ru-RU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құзыреттілікті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арттыру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BE084487-7337-7F58-41DD-A03E5C491BD8}"/>
              </a:ext>
            </a:extLst>
          </p:cNvPr>
          <p:cNvSpPr/>
          <p:nvPr/>
        </p:nvSpPr>
        <p:spPr>
          <a:xfrm>
            <a:off x="108741" y="149224"/>
            <a:ext cx="11943385" cy="694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F516EAC7-CAAF-E5E4-BD83-7ED6AADD5B04}"/>
              </a:ext>
            </a:extLst>
          </p:cNvPr>
          <p:cNvSpPr/>
          <p:nvPr/>
        </p:nvSpPr>
        <p:spPr>
          <a:xfrm>
            <a:off x="391162" y="211594"/>
            <a:ext cx="10708996" cy="5233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ӘДІСТЕМЕЛІК БІРЛЕСТІК ЖЕТЕКШІЛЕРІНІҢ ЖҰМЫС ЖҮРГІЗУ МІНДЕТТЕРІ </a:t>
            </a:r>
            <a:endParaRPr lang="x-none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7A151DD6-36D5-38D8-546B-F3E989486FB0}"/>
              </a:ext>
            </a:extLst>
          </p:cNvPr>
          <p:cNvSpPr/>
          <p:nvPr/>
        </p:nvSpPr>
        <p:spPr>
          <a:xfrm>
            <a:off x="2685254" y="1013669"/>
            <a:ext cx="1815827" cy="9028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үдерісін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әдістемелік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ету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9600CC8A-C9FF-DB1A-108C-C2A918AE6367}"/>
              </a:ext>
            </a:extLst>
          </p:cNvPr>
          <p:cNvSpPr/>
          <p:nvPr/>
        </p:nvSpPr>
        <p:spPr>
          <a:xfrm>
            <a:off x="4984503" y="1013669"/>
            <a:ext cx="1704395" cy="9028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Инновацияларды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енгізу</a:t>
            </a:r>
            <a:endParaRPr lang="x-none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xmlns="" id="{D70F1568-4001-95A3-8064-AB91D74DC03B}"/>
              </a:ext>
            </a:extLst>
          </p:cNvPr>
          <p:cNvSpPr/>
          <p:nvPr/>
        </p:nvSpPr>
        <p:spPr>
          <a:xfrm>
            <a:off x="6951945" y="1013669"/>
            <a:ext cx="1615858" cy="9028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алмасу</a:t>
            </a:r>
            <a:endParaRPr lang="x-none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xmlns="" id="{5D752231-2E96-AF42-BB0C-2FB329129DAF}"/>
              </a:ext>
            </a:extLst>
          </p:cNvPr>
          <p:cNvSpPr/>
          <p:nvPr/>
        </p:nvSpPr>
        <p:spPr>
          <a:xfrm>
            <a:off x="494620" y="2430527"/>
            <a:ext cx="1815827" cy="29807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Мұғалімдердің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кәсіби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деңгейін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педагогикалық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шеберлігін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шығармашылық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әлеуетін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үздіксіз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дамыту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xmlns="" id="{5EC733F3-62C2-6484-41DF-7988AAADABAE}"/>
              </a:ext>
            </a:extLst>
          </p:cNvPr>
          <p:cNvSpPr/>
          <p:nvPr/>
        </p:nvSpPr>
        <p:spPr>
          <a:xfrm>
            <a:off x="2503552" y="3069355"/>
            <a:ext cx="1522311" cy="29807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бағдарламаларынжоспарларды</a:t>
            </a: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талқылау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оқушылардың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сапасын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мониторингілеу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арттыру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xmlns="" id="{80EA854E-2B89-DB43-8F84-46A6FA2E22C7}"/>
              </a:ext>
            </a:extLst>
          </p:cNvPr>
          <p:cNvSpPr/>
          <p:nvPr/>
        </p:nvSpPr>
        <p:spPr>
          <a:xfrm>
            <a:off x="4774919" y="2372823"/>
            <a:ext cx="1522311" cy="29551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процесіне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жаңа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инновациялық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әдіс-тәсілдерді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педагогикалық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жаңалықтарды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зерттеп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енгізу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xmlns="" id="{349CB45D-D84D-D39A-96D8-6C80542D95BA}"/>
              </a:ext>
            </a:extLst>
          </p:cNvPr>
          <p:cNvSpPr/>
          <p:nvPr/>
        </p:nvSpPr>
        <p:spPr>
          <a:xfrm>
            <a:off x="8824765" y="1013668"/>
            <a:ext cx="1546786" cy="9028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Жас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мамандарға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қолдау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көрсету</a:t>
            </a:r>
            <a:endParaRPr lang="x-none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xmlns="" id="{349CB45D-D84D-D39A-96D8-6C80542D95BA}"/>
              </a:ext>
            </a:extLst>
          </p:cNvPr>
          <p:cNvSpPr/>
          <p:nvPr/>
        </p:nvSpPr>
        <p:spPr>
          <a:xfrm>
            <a:off x="10655654" y="1013669"/>
            <a:ext cx="1396473" cy="9028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Жас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мамандарға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қолдау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көрсету</a:t>
            </a:r>
            <a:endParaRPr lang="x-none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xmlns="" id="{80EA854E-2B89-DB43-8F84-46A6FA2E22C7}"/>
              </a:ext>
            </a:extLst>
          </p:cNvPr>
          <p:cNvSpPr/>
          <p:nvPr/>
        </p:nvSpPr>
        <p:spPr>
          <a:xfrm>
            <a:off x="6820697" y="2980610"/>
            <a:ext cx="1522311" cy="27688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Мұғалімдердің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өзара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сабаққа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қатысуы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ашық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сабақтар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семинарлар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шеберлік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сыныптарын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(мастер-класс)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ұйымдастыру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бөлісу</a:t>
            </a: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xmlns="" id="{80EA854E-2B89-DB43-8F84-46A6FA2E22C7}"/>
              </a:ext>
            </a:extLst>
          </p:cNvPr>
          <p:cNvSpPr/>
          <p:nvPr/>
        </p:nvSpPr>
        <p:spPr>
          <a:xfrm>
            <a:off x="8849240" y="2372823"/>
            <a:ext cx="1522311" cy="27688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педагогтардың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бейімделуіне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көмектесу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тәлімгерлік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жұмыстарын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жүргізу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xmlns="" id="{80EA854E-2B89-DB43-8F84-46A6FA2E22C7}"/>
              </a:ext>
            </a:extLst>
          </p:cNvPr>
          <p:cNvSpPr/>
          <p:nvPr/>
        </p:nvSpPr>
        <p:spPr>
          <a:xfrm>
            <a:off x="10592734" y="2928418"/>
            <a:ext cx="1522311" cy="28210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Бірлестіктің</a:t>
            </a: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жылдық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жоспарын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әзірлеу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пән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бақылау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жұмыстарының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нәтижелерін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талдау</a:t>
            </a:r>
            <a:endParaRPr lang="x-none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Стрелка вниз 6"/>
          <p:cNvSpPr/>
          <p:nvPr/>
        </p:nvSpPr>
        <p:spPr>
          <a:xfrm>
            <a:off x="7339536" y="2038659"/>
            <a:ext cx="484632" cy="7837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Стрелка вниз 43"/>
          <p:cNvSpPr/>
          <p:nvPr/>
        </p:nvSpPr>
        <p:spPr>
          <a:xfrm>
            <a:off x="9355842" y="1941534"/>
            <a:ext cx="484632" cy="4237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Стрелка вниз 44"/>
          <p:cNvSpPr/>
          <p:nvPr/>
        </p:nvSpPr>
        <p:spPr>
          <a:xfrm>
            <a:off x="11111574" y="2061538"/>
            <a:ext cx="484632" cy="7837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Стрелка вниз 45"/>
          <p:cNvSpPr/>
          <p:nvPr/>
        </p:nvSpPr>
        <p:spPr>
          <a:xfrm>
            <a:off x="5473015" y="1997042"/>
            <a:ext cx="484632" cy="391868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Стрелка вниз 46"/>
          <p:cNvSpPr/>
          <p:nvPr/>
        </p:nvSpPr>
        <p:spPr>
          <a:xfrm>
            <a:off x="3233392" y="2039137"/>
            <a:ext cx="484632" cy="7837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Стрелка вниз 47"/>
          <p:cNvSpPr/>
          <p:nvPr/>
        </p:nvSpPr>
        <p:spPr>
          <a:xfrm>
            <a:off x="1147309" y="1970773"/>
            <a:ext cx="484632" cy="391868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56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27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42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12385675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835825" y="1873476"/>
            <a:ext cx="1118885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/>
              <a:t> 	</a:t>
            </a:r>
            <a:r>
              <a:rPr lang="ru-RU" sz="24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01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738113"/>
      </p:ext>
    </p:extLst>
  </p:cSld>
  <p:clrMapOvr>
    <a:masterClrMapping/>
  </p:clrMapOvr>
</p:sld>
</file>

<file path=ppt/theme/theme1.xml><?xml version="1.0" encoding="utf-8"?>
<a:theme xmlns:a="http://schemas.openxmlformats.org/drawingml/2006/main" name="Воздушный поток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Воздушный поток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оздушный поток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7578</TotalTime>
  <Words>172</Words>
  <Application>Microsoft Office PowerPoint</Application>
  <PresentationFormat>Произвольный</PresentationFormat>
  <Paragraphs>30</Paragraphs>
  <Slides>7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Воздушный поток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Анар Танирбергенова</dc:creator>
  <cp:lastModifiedBy>Талант</cp:lastModifiedBy>
  <cp:revision>88</cp:revision>
  <dcterms:created xsi:type="dcterms:W3CDTF">2024-07-26T04:49:11Z</dcterms:created>
  <dcterms:modified xsi:type="dcterms:W3CDTF">2026-05-04T05:34:37Z</dcterms:modified>
</cp:coreProperties>
</file>